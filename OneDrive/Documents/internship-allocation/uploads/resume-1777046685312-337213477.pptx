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955" r:id="rId1"/>
  </p:sldMasterIdLst>
  <p:notesMasterIdLst>
    <p:notesMasterId r:id="rId14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Algerian" panose="04020705040A02060702" pitchFamily="82" charset="0"/>
      <p:regular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DM Sans" pitchFamily="2" charset="0"/>
      <p:regular r:id="rId20"/>
      <p:bold r:id="rId21"/>
      <p:italic r:id="rId22"/>
      <p:boldItalic r:id="rId23"/>
    </p:embeddedFont>
    <p:embeddedFont>
      <p:font typeface="Manrope" panose="020B0604020202020204" charset="0"/>
      <p:regular r:id="rId24"/>
    </p:embeddedFont>
    <p:embeddedFont>
      <p:font typeface="PT Serif" panose="020A0603040505020204" pitchFamily="18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4FCB21-1F97-4109-B00E-D7CE2FC7E40D}" v="37" dt="2026-04-19T13:58:06.1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01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esh Kumar" userId="848f13bf1f22babf" providerId="LiveId" clId="{FBE0A766-5252-414F-AA6D-29EB6918D229}"/>
    <pc:docChg chg="custSel addSld modSld sldOrd modMainMaster">
      <pc:chgData name="Rakesh Kumar" userId="848f13bf1f22babf" providerId="LiveId" clId="{FBE0A766-5252-414F-AA6D-29EB6918D229}" dt="2026-04-19T13:56:10.158" v="193" actId="113"/>
      <pc:docMkLst>
        <pc:docMk/>
      </pc:docMkLst>
      <pc:sldChg chg="addSp modSp mod">
        <pc:chgData name="Rakesh Kumar" userId="848f13bf1f22babf" providerId="LiveId" clId="{FBE0A766-5252-414F-AA6D-29EB6918D229}" dt="2026-04-19T13:56:10.158" v="193" actId="113"/>
        <pc:sldMkLst>
          <pc:docMk/>
          <pc:sldMk cId="0" sldId="256"/>
        </pc:sldMkLst>
        <pc:spChg chg="add mod">
          <ac:chgData name="Rakesh Kumar" userId="848f13bf1f22babf" providerId="LiveId" clId="{FBE0A766-5252-414F-AA6D-29EB6918D229}" dt="2026-04-19T13:55:43.113" v="189" actId="113"/>
          <ac:spMkLst>
            <pc:docMk/>
            <pc:sldMk cId="0" sldId="256"/>
            <ac:spMk id="3" creationId="{2099FE6C-D802-F07A-6C26-9D49925672CB}"/>
          </ac:spMkLst>
        </pc:spChg>
        <pc:spChg chg="add mod">
          <ac:chgData name="Rakesh Kumar" userId="848f13bf1f22babf" providerId="LiveId" clId="{FBE0A766-5252-414F-AA6D-29EB6918D229}" dt="2026-04-19T13:56:10.158" v="193" actId="113"/>
          <ac:spMkLst>
            <pc:docMk/>
            <pc:sldMk cId="0" sldId="256"/>
            <ac:spMk id="4" creationId="{5BDD84F9-4304-7016-3E64-EBE9A87C8B57}"/>
          </ac:spMkLst>
        </pc:spChg>
        <pc:picChg chg="add mod">
          <ac:chgData name="Rakesh Kumar" userId="848f13bf1f22babf" providerId="LiveId" clId="{FBE0A766-5252-414F-AA6D-29EB6918D229}" dt="2026-04-19T13:40:20.002" v="95" actId="1076"/>
          <ac:picMkLst>
            <pc:docMk/>
            <pc:sldMk cId="0" sldId="256"/>
            <ac:picMk id="6" creationId="{F92CC095-9413-86DD-6AEB-A746190C6C8E}"/>
          </ac:picMkLst>
        </pc:picChg>
      </pc:sldChg>
      <pc:sldChg chg="addSp modSp mod ord">
        <pc:chgData name="Rakesh Kumar" userId="848f13bf1f22babf" providerId="LiveId" clId="{FBE0A766-5252-414F-AA6D-29EB6918D229}" dt="2026-04-19T13:40:27.715" v="97" actId="1076"/>
        <pc:sldMkLst>
          <pc:docMk/>
          <pc:sldMk cId="0" sldId="258"/>
        </pc:sldMkLst>
        <pc:spChg chg="mod">
          <ac:chgData name="Rakesh Kumar" userId="848f13bf1f22babf" providerId="LiveId" clId="{FBE0A766-5252-414F-AA6D-29EB6918D229}" dt="2026-04-19T13:32:20.869" v="38" actId="5793"/>
          <ac:spMkLst>
            <pc:docMk/>
            <pc:sldMk cId="0" sldId="258"/>
            <ac:spMk id="2" creationId="{00000000-0000-0000-0000-000000000000}"/>
          </ac:spMkLst>
        </pc:spChg>
        <pc:picChg chg="add mod">
          <ac:chgData name="Rakesh Kumar" userId="848f13bf1f22babf" providerId="LiveId" clId="{FBE0A766-5252-414F-AA6D-29EB6918D229}" dt="2026-04-19T13:40:27.715" v="97" actId="1076"/>
          <ac:picMkLst>
            <pc:docMk/>
            <pc:sldMk cId="0" sldId="258"/>
            <ac:picMk id="24" creationId="{769E4D62-D79B-8F28-8E50-156760EB5D2C}"/>
          </ac:picMkLst>
        </pc:picChg>
      </pc:sldChg>
      <pc:sldChg chg="addSp modSp mod">
        <pc:chgData name="Rakesh Kumar" userId="848f13bf1f22babf" providerId="LiveId" clId="{FBE0A766-5252-414F-AA6D-29EB6918D229}" dt="2026-04-19T13:40:34.340" v="99" actId="1076"/>
        <pc:sldMkLst>
          <pc:docMk/>
          <pc:sldMk cId="0" sldId="259"/>
        </pc:sldMkLst>
        <pc:picChg chg="mod">
          <ac:chgData name="Rakesh Kumar" userId="848f13bf1f22babf" providerId="LiveId" clId="{FBE0A766-5252-414F-AA6D-29EB6918D229}" dt="2026-04-19T13:25:37.522" v="3" actId="1076"/>
          <ac:picMkLst>
            <pc:docMk/>
            <pc:sldMk cId="0" sldId="259"/>
            <ac:picMk id="2" creationId="{00000000-0000-0000-0000-000000000000}"/>
          </ac:picMkLst>
        </pc:picChg>
        <pc:picChg chg="add mod">
          <ac:chgData name="Rakesh Kumar" userId="848f13bf1f22babf" providerId="LiveId" clId="{FBE0A766-5252-414F-AA6D-29EB6918D229}" dt="2026-04-19T13:40:34.340" v="99" actId="1076"/>
          <ac:picMkLst>
            <pc:docMk/>
            <pc:sldMk cId="0" sldId="259"/>
            <ac:picMk id="18" creationId="{0F353970-1389-0F75-8FE8-D2F592BF9429}"/>
          </ac:picMkLst>
        </pc:picChg>
      </pc:sldChg>
      <pc:sldChg chg="addSp modSp mod">
        <pc:chgData name="Rakesh Kumar" userId="848f13bf1f22babf" providerId="LiveId" clId="{FBE0A766-5252-414F-AA6D-29EB6918D229}" dt="2026-04-19T13:40:42.937" v="101" actId="1076"/>
        <pc:sldMkLst>
          <pc:docMk/>
          <pc:sldMk cId="0" sldId="260"/>
        </pc:sldMkLst>
        <pc:spChg chg="mod">
          <ac:chgData name="Rakesh Kumar" userId="848f13bf1f22babf" providerId="LiveId" clId="{FBE0A766-5252-414F-AA6D-29EB6918D229}" dt="2026-04-19T13:30:43.422" v="5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Rakesh Kumar" userId="848f13bf1f22babf" providerId="LiveId" clId="{FBE0A766-5252-414F-AA6D-29EB6918D229}" dt="2026-04-19T13:30:51.014" v="6" actId="1410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Rakesh Kumar" userId="848f13bf1f22babf" providerId="LiveId" clId="{FBE0A766-5252-414F-AA6D-29EB6918D229}" dt="2026-04-19T13:31:14.413" v="7" actId="14100"/>
          <ac:spMkLst>
            <pc:docMk/>
            <pc:sldMk cId="0" sldId="260"/>
            <ac:spMk id="13" creationId="{00000000-0000-0000-0000-000000000000}"/>
          </ac:spMkLst>
        </pc:spChg>
        <pc:picChg chg="add mod">
          <ac:chgData name="Rakesh Kumar" userId="848f13bf1f22babf" providerId="LiveId" clId="{FBE0A766-5252-414F-AA6D-29EB6918D229}" dt="2026-04-19T13:40:42.937" v="101" actId="1076"/>
          <ac:picMkLst>
            <pc:docMk/>
            <pc:sldMk cId="0" sldId="260"/>
            <ac:picMk id="15" creationId="{C2F789CF-8EDA-F7D3-5B2A-D2BF0583138F}"/>
          </ac:picMkLst>
        </pc:picChg>
      </pc:sldChg>
      <pc:sldChg chg="addSp modSp mod">
        <pc:chgData name="Rakesh Kumar" userId="848f13bf1f22babf" providerId="LiveId" clId="{FBE0A766-5252-414F-AA6D-29EB6918D229}" dt="2026-04-19T13:55:26.611" v="187" actId="20577"/>
        <pc:sldMkLst>
          <pc:docMk/>
          <pc:sldMk cId="0" sldId="261"/>
        </pc:sldMkLst>
        <pc:spChg chg="mod">
          <ac:chgData name="Rakesh Kumar" userId="848f13bf1f22babf" providerId="LiveId" clId="{FBE0A766-5252-414F-AA6D-29EB6918D229}" dt="2026-04-19T13:55:26.611" v="187" actId="20577"/>
          <ac:spMkLst>
            <pc:docMk/>
            <pc:sldMk cId="0" sldId="261"/>
            <ac:spMk id="2" creationId="{00000000-0000-0000-0000-000000000000}"/>
          </ac:spMkLst>
        </pc:spChg>
        <pc:picChg chg="add mod">
          <ac:chgData name="Rakesh Kumar" userId="848f13bf1f22babf" providerId="LiveId" clId="{FBE0A766-5252-414F-AA6D-29EB6918D229}" dt="2026-04-19T13:40:53.064" v="103" actId="1076"/>
          <ac:picMkLst>
            <pc:docMk/>
            <pc:sldMk cId="0" sldId="261"/>
            <ac:picMk id="22" creationId="{82AC673C-C93E-6F92-113E-C4B6A306BB2D}"/>
          </ac:picMkLst>
        </pc:picChg>
      </pc:sldChg>
      <pc:sldChg chg="addSp delSp modSp mod">
        <pc:chgData name="Rakesh Kumar" userId="848f13bf1f22babf" providerId="LiveId" clId="{FBE0A766-5252-414F-AA6D-29EB6918D229}" dt="2026-04-19T13:54:15.432" v="160" actId="13926"/>
        <pc:sldMkLst>
          <pc:docMk/>
          <pc:sldMk cId="0" sldId="262"/>
        </pc:sldMkLst>
        <pc:spChg chg="mod">
          <ac:chgData name="Rakesh Kumar" userId="848f13bf1f22babf" providerId="LiveId" clId="{FBE0A766-5252-414F-AA6D-29EB6918D229}" dt="2026-04-19T13:54:15.432" v="160" actId="13926"/>
          <ac:spMkLst>
            <pc:docMk/>
            <pc:sldMk cId="0" sldId="262"/>
            <ac:spMk id="4" creationId="{00000000-0000-0000-0000-000000000000}"/>
          </ac:spMkLst>
        </pc:spChg>
        <pc:spChg chg="mod">
          <ac:chgData name="Rakesh Kumar" userId="848f13bf1f22babf" providerId="LiveId" clId="{FBE0A766-5252-414F-AA6D-29EB6918D229}" dt="2026-04-19T13:53:30.074" v="155" actId="113"/>
          <ac:spMkLst>
            <pc:docMk/>
            <pc:sldMk cId="0" sldId="262"/>
            <ac:spMk id="7" creationId="{00000000-0000-0000-0000-000000000000}"/>
          </ac:spMkLst>
        </pc:spChg>
        <pc:picChg chg="del">
          <ac:chgData name="Rakesh Kumar" userId="848f13bf1f22babf" providerId="LiveId" clId="{FBE0A766-5252-414F-AA6D-29EB6918D229}" dt="2026-04-19T13:53:17.421" v="154" actId="478"/>
          <ac:picMkLst>
            <pc:docMk/>
            <pc:sldMk cId="0" sldId="262"/>
            <ac:picMk id="6" creationId="{00000000-0000-0000-0000-000000000000}"/>
          </ac:picMkLst>
        </pc:picChg>
        <pc:picChg chg="add mod">
          <ac:chgData name="Rakesh Kumar" userId="848f13bf1f22babf" providerId="LiveId" clId="{FBE0A766-5252-414F-AA6D-29EB6918D229}" dt="2026-04-19T13:41:13.367" v="108" actId="1076"/>
          <ac:picMkLst>
            <pc:docMk/>
            <pc:sldMk cId="0" sldId="262"/>
            <ac:picMk id="18" creationId="{447EFB38-85E9-FE1A-6779-84AF81B41203}"/>
          </ac:picMkLst>
        </pc:picChg>
      </pc:sldChg>
      <pc:sldChg chg="addSp delSp modSp mod">
        <pc:chgData name="Rakesh Kumar" userId="848f13bf1f22babf" providerId="LiveId" clId="{FBE0A766-5252-414F-AA6D-29EB6918D229}" dt="2026-04-19T13:52:41.145" v="152" actId="255"/>
        <pc:sldMkLst>
          <pc:docMk/>
          <pc:sldMk cId="0" sldId="263"/>
        </pc:sldMkLst>
        <pc:spChg chg="mod">
          <ac:chgData name="Rakesh Kumar" userId="848f13bf1f22babf" providerId="LiveId" clId="{FBE0A766-5252-414F-AA6D-29EB6918D229}" dt="2026-04-19T13:52:41.145" v="152" actId="255"/>
          <ac:spMkLst>
            <pc:docMk/>
            <pc:sldMk cId="0" sldId="263"/>
            <ac:spMk id="2" creationId="{00000000-0000-0000-0000-000000000000}"/>
          </ac:spMkLst>
        </pc:spChg>
        <pc:picChg chg="del">
          <ac:chgData name="Rakesh Kumar" userId="848f13bf1f22babf" providerId="LiveId" clId="{FBE0A766-5252-414F-AA6D-29EB6918D229}" dt="2026-04-19T13:50:54.592" v="149" actId="478"/>
          <ac:picMkLst>
            <pc:docMk/>
            <pc:sldMk cId="0" sldId="263"/>
            <ac:picMk id="6" creationId="{00000000-0000-0000-0000-000000000000}"/>
          </ac:picMkLst>
        </pc:picChg>
        <pc:picChg chg="add mod">
          <ac:chgData name="Rakesh Kumar" userId="848f13bf1f22babf" providerId="LiveId" clId="{FBE0A766-5252-414F-AA6D-29EB6918D229}" dt="2026-04-19T13:52:31.088" v="150" actId="1076"/>
          <ac:picMkLst>
            <pc:docMk/>
            <pc:sldMk cId="0" sldId="263"/>
            <ac:picMk id="10" creationId="{6E8DA71F-C844-CE89-F0C1-7ECD7B095DF2}"/>
          </ac:picMkLst>
        </pc:picChg>
      </pc:sldChg>
      <pc:sldChg chg="addSp modSp mod">
        <pc:chgData name="Rakesh Kumar" userId="848f13bf1f22babf" providerId="LiveId" clId="{FBE0A766-5252-414F-AA6D-29EB6918D229}" dt="2026-04-19T13:41:42.291" v="114" actId="1076"/>
        <pc:sldMkLst>
          <pc:docMk/>
          <pc:sldMk cId="0" sldId="264"/>
        </pc:sldMkLst>
        <pc:picChg chg="add mod">
          <ac:chgData name="Rakesh Kumar" userId="848f13bf1f22babf" providerId="LiveId" clId="{FBE0A766-5252-414F-AA6D-29EB6918D229}" dt="2026-04-19T13:41:42.291" v="114" actId="1076"/>
          <ac:picMkLst>
            <pc:docMk/>
            <pc:sldMk cId="0" sldId="264"/>
            <ac:picMk id="17" creationId="{47C53DBA-E6B2-0743-1C7A-0638E3BFB9ED}"/>
          </ac:picMkLst>
        </pc:picChg>
      </pc:sldChg>
      <pc:sldChg chg="addSp modSp mod ord">
        <pc:chgData name="Rakesh Kumar" userId="848f13bf1f22babf" providerId="LiveId" clId="{FBE0A766-5252-414F-AA6D-29EB6918D229}" dt="2026-04-19T13:53:06.875" v="153" actId="20577"/>
        <pc:sldMkLst>
          <pc:docMk/>
          <pc:sldMk cId="0" sldId="265"/>
        </pc:sldMkLst>
        <pc:spChg chg="mod">
          <ac:chgData name="Rakesh Kumar" userId="848f13bf1f22babf" providerId="LiveId" clId="{FBE0A766-5252-414F-AA6D-29EB6918D229}" dt="2026-04-19T13:46:05.980" v="126" actId="255"/>
          <ac:spMkLst>
            <pc:docMk/>
            <pc:sldMk cId="0" sldId="265"/>
            <ac:spMk id="5" creationId="{00000000-0000-0000-0000-000000000000}"/>
          </ac:spMkLst>
        </pc:spChg>
        <pc:spChg chg="mod">
          <ac:chgData name="Rakesh Kumar" userId="848f13bf1f22babf" providerId="LiveId" clId="{FBE0A766-5252-414F-AA6D-29EB6918D229}" dt="2026-04-19T13:53:06.875" v="153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Rakesh Kumar" userId="848f13bf1f22babf" providerId="LiveId" clId="{FBE0A766-5252-414F-AA6D-29EB6918D229}" dt="2026-04-19T13:46:53.233" v="131" actId="20577"/>
          <ac:spMkLst>
            <pc:docMk/>
            <pc:sldMk cId="0" sldId="265"/>
            <ac:spMk id="14" creationId="{00000000-0000-0000-0000-000000000000}"/>
          </ac:spMkLst>
        </pc:spChg>
        <pc:picChg chg="add mod">
          <ac:chgData name="Rakesh Kumar" userId="848f13bf1f22babf" providerId="LiveId" clId="{FBE0A766-5252-414F-AA6D-29EB6918D229}" dt="2026-04-19T13:41:55.724" v="118" actId="14100"/>
          <ac:picMkLst>
            <pc:docMk/>
            <pc:sldMk cId="0" sldId="265"/>
            <ac:picMk id="17" creationId="{6E1C8501-2C86-2CBB-4DFB-2D6DBD0B50AB}"/>
          </ac:picMkLst>
        </pc:picChg>
      </pc:sldChg>
      <pc:sldChg chg="addSp delSp modSp mod">
        <pc:chgData name="Rakesh Kumar" userId="848f13bf1f22babf" providerId="LiveId" clId="{FBE0A766-5252-414F-AA6D-29EB6918D229}" dt="2026-04-19T13:54:27.047" v="161" actId="478"/>
        <pc:sldMkLst>
          <pc:docMk/>
          <pc:sldMk cId="0" sldId="266"/>
        </pc:sldMkLst>
        <pc:spChg chg="mod">
          <ac:chgData name="Rakesh Kumar" userId="848f13bf1f22babf" providerId="LiveId" clId="{FBE0A766-5252-414F-AA6D-29EB6918D229}" dt="2026-04-19T13:32:37.002" v="39" actId="20577"/>
          <ac:spMkLst>
            <pc:docMk/>
            <pc:sldMk cId="0" sldId="266"/>
            <ac:spMk id="3" creationId="{00000000-0000-0000-0000-000000000000}"/>
          </ac:spMkLst>
        </pc:spChg>
        <pc:spChg chg="mod">
          <ac:chgData name="Rakesh Kumar" userId="848f13bf1f22babf" providerId="LiveId" clId="{FBE0A766-5252-414F-AA6D-29EB6918D229}" dt="2026-04-19T13:48:19.043" v="135" actId="1076"/>
          <ac:spMkLst>
            <pc:docMk/>
            <pc:sldMk cId="0" sldId="266"/>
            <ac:spMk id="4" creationId="{00000000-0000-0000-0000-000000000000}"/>
          </ac:spMkLst>
        </pc:spChg>
        <pc:spChg chg="mod">
          <ac:chgData name="Rakesh Kumar" userId="848f13bf1f22babf" providerId="LiveId" clId="{FBE0A766-5252-414F-AA6D-29EB6918D229}" dt="2026-04-19T13:48:10.024" v="134" actId="1076"/>
          <ac:spMkLst>
            <pc:docMk/>
            <pc:sldMk cId="0" sldId="266"/>
            <ac:spMk id="13" creationId="{00000000-0000-0000-0000-000000000000}"/>
          </ac:spMkLst>
        </pc:spChg>
        <pc:picChg chg="mod">
          <ac:chgData name="Rakesh Kumar" userId="848f13bf1f22babf" providerId="LiveId" clId="{FBE0A766-5252-414F-AA6D-29EB6918D229}" dt="2026-04-19T13:48:24.166" v="136" actId="14100"/>
          <ac:picMkLst>
            <pc:docMk/>
            <pc:sldMk cId="0" sldId="266"/>
            <ac:picMk id="2" creationId="{00000000-0000-0000-0000-000000000000}"/>
          </ac:picMkLst>
        </pc:picChg>
        <pc:picChg chg="del">
          <ac:chgData name="Rakesh Kumar" userId="848f13bf1f22babf" providerId="LiveId" clId="{FBE0A766-5252-414F-AA6D-29EB6918D229}" dt="2026-04-19T13:54:27.047" v="161" actId="478"/>
          <ac:picMkLst>
            <pc:docMk/>
            <pc:sldMk cId="0" sldId="266"/>
            <ac:picMk id="14" creationId="{00000000-0000-0000-0000-000000000000}"/>
          </ac:picMkLst>
        </pc:picChg>
        <pc:picChg chg="add mod">
          <ac:chgData name="Rakesh Kumar" userId="848f13bf1f22babf" providerId="LiveId" clId="{FBE0A766-5252-414F-AA6D-29EB6918D229}" dt="2026-04-19T13:47:48.194" v="133" actId="1076"/>
          <ac:picMkLst>
            <pc:docMk/>
            <pc:sldMk cId="0" sldId="266"/>
            <ac:picMk id="17" creationId="{5293A231-7284-52A8-4646-7537CFE84C1C}"/>
          </ac:picMkLst>
        </pc:picChg>
      </pc:sldChg>
      <pc:sldChg chg="addSp modSp new mod">
        <pc:chgData name="Rakesh Kumar" userId="848f13bf1f22babf" providerId="LiveId" clId="{FBE0A766-5252-414F-AA6D-29EB6918D229}" dt="2026-04-19T13:50:39.603" v="148" actId="1076"/>
        <pc:sldMkLst>
          <pc:docMk/>
          <pc:sldMk cId="813989612" sldId="267"/>
        </pc:sldMkLst>
        <pc:spChg chg="add mod">
          <ac:chgData name="Rakesh Kumar" userId="848f13bf1f22babf" providerId="LiveId" clId="{FBE0A766-5252-414F-AA6D-29EB6918D229}" dt="2026-04-19T13:50:21.261" v="146" actId="255"/>
          <ac:spMkLst>
            <pc:docMk/>
            <pc:sldMk cId="813989612" sldId="267"/>
            <ac:spMk id="2" creationId="{5BC408F1-03F0-2BC7-82FC-6743E372E2F1}"/>
          </ac:spMkLst>
        </pc:spChg>
        <pc:picChg chg="add mod">
          <ac:chgData name="Rakesh Kumar" userId="848f13bf1f22babf" providerId="LiveId" clId="{FBE0A766-5252-414F-AA6D-29EB6918D229}" dt="2026-04-19T13:50:39.603" v="148" actId="1076"/>
          <ac:picMkLst>
            <pc:docMk/>
            <pc:sldMk cId="813989612" sldId="267"/>
            <ac:picMk id="4" creationId="{7255C84A-5F41-08A7-B035-2184F6EFECF6}"/>
          </ac:picMkLst>
        </pc:picChg>
      </pc:sldChg>
      <pc:sldMasterChg chg="modSldLayout">
        <pc:chgData name="Rakesh Kumar" userId="848f13bf1f22babf" providerId="LiveId" clId="{FBE0A766-5252-414F-AA6D-29EB6918D229}" dt="2026-04-19T13:30:33.147" v="4"/>
        <pc:sldMasterMkLst>
          <pc:docMk/>
          <pc:sldMasterMk cId="2680699535" sldId="2147483661"/>
        </pc:sldMasterMkLst>
        <pc:sldLayoutChg chg="delSp">
          <pc:chgData name="Rakesh Kumar" userId="848f13bf1f22babf" providerId="LiveId" clId="{FBE0A766-5252-414F-AA6D-29EB6918D229}" dt="2026-04-19T13:30:33.147" v="4"/>
          <pc:sldLayoutMkLst>
            <pc:docMk/>
            <pc:sldMasterMk cId="2680699535" sldId="2147483661"/>
            <pc:sldLayoutMk cId="3163209992" sldId="2147483673"/>
          </pc:sldLayoutMkLst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3163209992" sldId="2147483673"/>
              <ac:spMk id="2" creationId="{00000000-0000-0000-0000-000000000000}"/>
            </ac:spMkLst>
          </pc:spChg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3163209992" sldId="2147483673"/>
              <ac:spMk id="3" creationId="{00000000-0000-0000-0000-000000000000}"/>
            </ac:spMkLst>
          </pc:spChg>
          <pc:picChg chg="del">
            <ac:chgData name="Rakesh Kumar" userId="848f13bf1f22babf" providerId="LiveId" clId="{FBE0A766-5252-414F-AA6D-29EB6918D229}" dt="2026-04-19T13:30:33.147" v="4"/>
            <ac:picMkLst>
              <pc:docMk/>
              <pc:sldMasterMk cId="2680699535" sldId="2147483661"/>
              <pc:sldLayoutMk cId="3163209992" sldId="2147483673"/>
              <ac:picMk id="4" creationId="{00000000-0000-0000-0000-000000000000}"/>
            </ac:picMkLst>
          </pc:picChg>
        </pc:sldLayoutChg>
        <pc:sldLayoutChg chg="delSp">
          <pc:chgData name="Rakesh Kumar" userId="848f13bf1f22babf" providerId="LiveId" clId="{FBE0A766-5252-414F-AA6D-29EB6918D229}" dt="2026-04-19T13:30:33.147" v="4"/>
          <pc:sldLayoutMkLst>
            <pc:docMk/>
            <pc:sldMasterMk cId="2680699535" sldId="2147483661"/>
            <pc:sldLayoutMk cId="3865548628" sldId="2147483674"/>
          </pc:sldLayoutMkLst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3865548628" sldId="2147483674"/>
              <ac:spMk id="2" creationId="{00000000-0000-0000-0000-000000000000}"/>
            </ac:spMkLst>
          </pc:spChg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3865548628" sldId="2147483674"/>
              <ac:spMk id="3" creationId="{00000000-0000-0000-0000-000000000000}"/>
            </ac:spMkLst>
          </pc:spChg>
          <pc:picChg chg="del">
            <ac:chgData name="Rakesh Kumar" userId="848f13bf1f22babf" providerId="LiveId" clId="{FBE0A766-5252-414F-AA6D-29EB6918D229}" dt="2026-04-19T13:30:33.147" v="4"/>
            <ac:picMkLst>
              <pc:docMk/>
              <pc:sldMasterMk cId="2680699535" sldId="2147483661"/>
              <pc:sldLayoutMk cId="3865548628" sldId="2147483674"/>
              <ac:picMk id="4" creationId="{00000000-0000-0000-0000-000000000000}"/>
            </ac:picMkLst>
          </pc:picChg>
        </pc:sldLayoutChg>
        <pc:sldLayoutChg chg="delSp">
          <pc:chgData name="Rakesh Kumar" userId="848f13bf1f22babf" providerId="LiveId" clId="{FBE0A766-5252-414F-AA6D-29EB6918D229}" dt="2026-04-19T13:30:33.147" v="4"/>
          <pc:sldLayoutMkLst>
            <pc:docMk/>
            <pc:sldMasterMk cId="2680699535" sldId="2147483661"/>
            <pc:sldLayoutMk cId="3852829760" sldId="2147483675"/>
          </pc:sldLayoutMkLst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3852829760" sldId="2147483675"/>
              <ac:spMk id="2" creationId="{00000000-0000-0000-0000-000000000000}"/>
            </ac:spMkLst>
          </pc:spChg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3852829760" sldId="2147483675"/>
              <ac:spMk id="3" creationId="{00000000-0000-0000-0000-000000000000}"/>
            </ac:spMkLst>
          </pc:spChg>
          <pc:picChg chg="del">
            <ac:chgData name="Rakesh Kumar" userId="848f13bf1f22babf" providerId="LiveId" clId="{FBE0A766-5252-414F-AA6D-29EB6918D229}" dt="2026-04-19T13:30:33.147" v="4"/>
            <ac:picMkLst>
              <pc:docMk/>
              <pc:sldMasterMk cId="2680699535" sldId="2147483661"/>
              <pc:sldLayoutMk cId="3852829760" sldId="2147483675"/>
              <ac:picMk id="4" creationId="{00000000-0000-0000-0000-000000000000}"/>
            </ac:picMkLst>
          </pc:picChg>
        </pc:sldLayoutChg>
        <pc:sldLayoutChg chg="delSp">
          <pc:chgData name="Rakesh Kumar" userId="848f13bf1f22babf" providerId="LiveId" clId="{FBE0A766-5252-414F-AA6D-29EB6918D229}" dt="2026-04-19T13:30:33.147" v="4"/>
          <pc:sldLayoutMkLst>
            <pc:docMk/>
            <pc:sldMasterMk cId="2680699535" sldId="2147483661"/>
            <pc:sldLayoutMk cId="3088651598" sldId="2147483676"/>
          </pc:sldLayoutMkLst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3088651598" sldId="2147483676"/>
              <ac:spMk id="2" creationId="{00000000-0000-0000-0000-000000000000}"/>
            </ac:spMkLst>
          </pc:spChg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3088651598" sldId="2147483676"/>
              <ac:spMk id="3" creationId="{00000000-0000-0000-0000-000000000000}"/>
            </ac:spMkLst>
          </pc:spChg>
          <pc:picChg chg="del">
            <ac:chgData name="Rakesh Kumar" userId="848f13bf1f22babf" providerId="LiveId" clId="{FBE0A766-5252-414F-AA6D-29EB6918D229}" dt="2026-04-19T13:30:33.147" v="4"/>
            <ac:picMkLst>
              <pc:docMk/>
              <pc:sldMasterMk cId="2680699535" sldId="2147483661"/>
              <pc:sldLayoutMk cId="3088651598" sldId="2147483676"/>
              <ac:picMk id="4" creationId="{00000000-0000-0000-0000-000000000000}"/>
            </ac:picMkLst>
          </pc:picChg>
        </pc:sldLayoutChg>
        <pc:sldLayoutChg chg="delSp">
          <pc:chgData name="Rakesh Kumar" userId="848f13bf1f22babf" providerId="LiveId" clId="{FBE0A766-5252-414F-AA6D-29EB6918D229}" dt="2026-04-19T13:30:33.147" v="4"/>
          <pc:sldLayoutMkLst>
            <pc:docMk/>
            <pc:sldMasterMk cId="2680699535" sldId="2147483661"/>
            <pc:sldLayoutMk cId="3889443495" sldId="2147483677"/>
          </pc:sldLayoutMkLst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3889443495" sldId="2147483677"/>
              <ac:spMk id="2" creationId="{00000000-0000-0000-0000-000000000000}"/>
            </ac:spMkLst>
          </pc:spChg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3889443495" sldId="2147483677"/>
              <ac:spMk id="3" creationId="{00000000-0000-0000-0000-000000000000}"/>
            </ac:spMkLst>
          </pc:spChg>
          <pc:picChg chg="del">
            <ac:chgData name="Rakesh Kumar" userId="848f13bf1f22babf" providerId="LiveId" clId="{FBE0A766-5252-414F-AA6D-29EB6918D229}" dt="2026-04-19T13:30:33.147" v="4"/>
            <ac:picMkLst>
              <pc:docMk/>
              <pc:sldMasterMk cId="2680699535" sldId="2147483661"/>
              <pc:sldLayoutMk cId="3889443495" sldId="2147483677"/>
              <ac:picMk id="4" creationId="{00000000-0000-0000-0000-000000000000}"/>
            </ac:picMkLst>
          </pc:picChg>
        </pc:sldLayoutChg>
        <pc:sldLayoutChg chg="delSp">
          <pc:chgData name="Rakesh Kumar" userId="848f13bf1f22babf" providerId="LiveId" clId="{FBE0A766-5252-414F-AA6D-29EB6918D229}" dt="2026-04-19T13:30:33.147" v="4"/>
          <pc:sldLayoutMkLst>
            <pc:docMk/>
            <pc:sldMasterMk cId="2680699535" sldId="2147483661"/>
            <pc:sldLayoutMk cId="1078718912" sldId="2147483678"/>
          </pc:sldLayoutMkLst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1078718912" sldId="2147483678"/>
              <ac:spMk id="2" creationId="{00000000-0000-0000-0000-000000000000}"/>
            </ac:spMkLst>
          </pc:spChg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1078718912" sldId="2147483678"/>
              <ac:spMk id="3" creationId="{00000000-0000-0000-0000-000000000000}"/>
            </ac:spMkLst>
          </pc:spChg>
          <pc:picChg chg="del">
            <ac:chgData name="Rakesh Kumar" userId="848f13bf1f22babf" providerId="LiveId" clId="{FBE0A766-5252-414F-AA6D-29EB6918D229}" dt="2026-04-19T13:30:33.147" v="4"/>
            <ac:picMkLst>
              <pc:docMk/>
              <pc:sldMasterMk cId="2680699535" sldId="2147483661"/>
              <pc:sldLayoutMk cId="1078718912" sldId="2147483678"/>
              <ac:picMk id="4" creationId="{00000000-0000-0000-0000-000000000000}"/>
            </ac:picMkLst>
          </pc:picChg>
        </pc:sldLayoutChg>
        <pc:sldLayoutChg chg="delSp">
          <pc:chgData name="Rakesh Kumar" userId="848f13bf1f22babf" providerId="LiveId" clId="{FBE0A766-5252-414F-AA6D-29EB6918D229}" dt="2026-04-19T13:30:33.147" v="4"/>
          <pc:sldLayoutMkLst>
            <pc:docMk/>
            <pc:sldMasterMk cId="2680699535" sldId="2147483661"/>
            <pc:sldLayoutMk cId="419905400" sldId="2147483679"/>
          </pc:sldLayoutMkLst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419905400" sldId="2147483679"/>
              <ac:spMk id="2" creationId="{00000000-0000-0000-0000-000000000000}"/>
            </ac:spMkLst>
          </pc:spChg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419905400" sldId="2147483679"/>
              <ac:spMk id="3" creationId="{00000000-0000-0000-0000-000000000000}"/>
            </ac:spMkLst>
          </pc:spChg>
          <pc:picChg chg="del">
            <ac:chgData name="Rakesh Kumar" userId="848f13bf1f22babf" providerId="LiveId" clId="{FBE0A766-5252-414F-AA6D-29EB6918D229}" dt="2026-04-19T13:30:33.147" v="4"/>
            <ac:picMkLst>
              <pc:docMk/>
              <pc:sldMasterMk cId="2680699535" sldId="2147483661"/>
              <pc:sldLayoutMk cId="419905400" sldId="2147483679"/>
              <ac:picMk id="4" creationId="{00000000-0000-0000-0000-000000000000}"/>
            </ac:picMkLst>
          </pc:picChg>
        </pc:sldLayoutChg>
        <pc:sldLayoutChg chg="delSp">
          <pc:chgData name="Rakesh Kumar" userId="848f13bf1f22babf" providerId="LiveId" clId="{FBE0A766-5252-414F-AA6D-29EB6918D229}" dt="2026-04-19T13:30:33.147" v="4"/>
          <pc:sldLayoutMkLst>
            <pc:docMk/>
            <pc:sldMasterMk cId="2680699535" sldId="2147483661"/>
            <pc:sldLayoutMk cId="3396902721" sldId="2147483680"/>
          </pc:sldLayoutMkLst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3396902721" sldId="2147483680"/>
              <ac:spMk id="2" creationId="{00000000-0000-0000-0000-000000000000}"/>
            </ac:spMkLst>
          </pc:spChg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3396902721" sldId="2147483680"/>
              <ac:spMk id="3" creationId="{00000000-0000-0000-0000-000000000000}"/>
            </ac:spMkLst>
          </pc:spChg>
          <pc:picChg chg="del">
            <ac:chgData name="Rakesh Kumar" userId="848f13bf1f22babf" providerId="LiveId" clId="{FBE0A766-5252-414F-AA6D-29EB6918D229}" dt="2026-04-19T13:30:33.147" v="4"/>
            <ac:picMkLst>
              <pc:docMk/>
              <pc:sldMasterMk cId="2680699535" sldId="2147483661"/>
              <pc:sldLayoutMk cId="3396902721" sldId="2147483680"/>
              <ac:picMk id="4" creationId="{00000000-0000-0000-0000-000000000000}"/>
            </ac:picMkLst>
          </pc:picChg>
        </pc:sldLayoutChg>
        <pc:sldLayoutChg chg="delSp">
          <pc:chgData name="Rakesh Kumar" userId="848f13bf1f22babf" providerId="LiveId" clId="{FBE0A766-5252-414F-AA6D-29EB6918D229}" dt="2026-04-19T13:30:33.147" v="4"/>
          <pc:sldLayoutMkLst>
            <pc:docMk/>
            <pc:sldMasterMk cId="2680699535" sldId="2147483661"/>
            <pc:sldLayoutMk cId="3573310309" sldId="2147483681"/>
          </pc:sldLayoutMkLst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3573310309" sldId="2147483681"/>
              <ac:spMk id="2" creationId="{00000000-0000-0000-0000-000000000000}"/>
            </ac:spMkLst>
          </pc:spChg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3573310309" sldId="2147483681"/>
              <ac:spMk id="3" creationId="{00000000-0000-0000-0000-000000000000}"/>
            </ac:spMkLst>
          </pc:spChg>
          <pc:picChg chg="del">
            <ac:chgData name="Rakesh Kumar" userId="848f13bf1f22babf" providerId="LiveId" clId="{FBE0A766-5252-414F-AA6D-29EB6918D229}" dt="2026-04-19T13:30:33.147" v="4"/>
            <ac:picMkLst>
              <pc:docMk/>
              <pc:sldMasterMk cId="2680699535" sldId="2147483661"/>
              <pc:sldLayoutMk cId="3573310309" sldId="2147483681"/>
              <ac:picMk id="4" creationId="{00000000-0000-0000-0000-000000000000}"/>
            </ac:picMkLst>
          </pc:picChg>
        </pc:sldLayoutChg>
        <pc:sldLayoutChg chg="delSp">
          <pc:chgData name="Rakesh Kumar" userId="848f13bf1f22babf" providerId="LiveId" clId="{FBE0A766-5252-414F-AA6D-29EB6918D229}" dt="2026-04-19T13:30:33.147" v="4"/>
          <pc:sldLayoutMkLst>
            <pc:docMk/>
            <pc:sldMasterMk cId="2680699535" sldId="2147483661"/>
            <pc:sldLayoutMk cId="1725213126" sldId="2147483682"/>
          </pc:sldLayoutMkLst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1725213126" sldId="2147483682"/>
              <ac:spMk id="2" creationId="{00000000-0000-0000-0000-000000000000}"/>
            </ac:spMkLst>
          </pc:spChg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1725213126" sldId="2147483682"/>
              <ac:spMk id="3" creationId="{00000000-0000-0000-0000-000000000000}"/>
            </ac:spMkLst>
          </pc:spChg>
          <pc:picChg chg="del">
            <ac:chgData name="Rakesh Kumar" userId="848f13bf1f22babf" providerId="LiveId" clId="{FBE0A766-5252-414F-AA6D-29EB6918D229}" dt="2026-04-19T13:30:33.147" v="4"/>
            <ac:picMkLst>
              <pc:docMk/>
              <pc:sldMasterMk cId="2680699535" sldId="2147483661"/>
              <pc:sldLayoutMk cId="1725213126" sldId="2147483682"/>
              <ac:picMk id="4" creationId="{00000000-0000-0000-0000-000000000000}"/>
            </ac:picMkLst>
          </pc:picChg>
        </pc:sldLayoutChg>
        <pc:sldLayoutChg chg="delSp">
          <pc:chgData name="Rakesh Kumar" userId="848f13bf1f22babf" providerId="LiveId" clId="{FBE0A766-5252-414F-AA6D-29EB6918D229}" dt="2026-04-19T13:30:33.147" v="4"/>
          <pc:sldLayoutMkLst>
            <pc:docMk/>
            <pc:sldMasterMk cId="2680699535" sldId="2147483661"/>
            <pc:sldLayoutMk cId="2371971369" sldId="2147483683"/>
          </pc:sldLayoutMkLst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2371971369" sldId="2147483683"/>
              <ac:spMk id="2" creationId="{00000000-0000-0000-0000-000000000000}"/>
            </ac:spMkLst>
          </pc:spChg>
          <pc:spChg chg="del">
            <ac:chgData name="Rakesh Kumar" userId="848f13bf1f22babf" providerId="LiveId" clId="{FBE0A766-5252-414F-AA6D-29EB6918D229}" dt="2026-04-19T13:30:33.147" v="4"/>
            <ac:spMkLst>
              <pc:docMk/>
              <pc:sldMasterMk cId="2680699535" sldId="2147483661"/>
              <pc:sldLayoutMk cId="2371971369" sldId="2147483683"/>
              <ac:spMk id="3" creationId="{00000000-0000-0000-0000-000000000000}"/>
            </ac:spMkLst>
          </pc:spChg>
          <pc:picChg chg="del">
            <ac:chgData name="Rakesh Kumar" userId="848f13bf1f22babf" providerId="LiveId" clId="{FBE0A766-5252-414F-AA6D-29EB6918D229}" dt="2026-04-19T13:30:33.147" v="4"/>
            <ac:picMkLst>
              <pc:docMk/>
              <pc:sldMasterMk cId="2680699535" sldId="2147483661"/>
              <pc:sldLayoutMk cId="2371971369" sldId="2147483683"/>
              <ac:picMk id="4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577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D0AF8-85AC-B2C2-F98B-6ECDE5F3F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F919B-508A-449E-24B4-45A4F213A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0D1C5-A84D-746C-54A1-B8F13D8AC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258EA-FB8F-EC30-DCAE-739844489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8FA72-7022-F758-A52D-907237319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1151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AD31F-3C4A-80F2-AB22-A734DEC71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B2A95-4D90-0BC0-E269-842914C80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5033F-F40F-5A8B-15A5-0C697D4DD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DEDAB-57FF-1189-AEA6-3D71F69EA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35288-DCE6-F296-8789-E0041D364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1657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DDCC4-44AD-D8AB-2241-78524938C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B4ABA-73AF-18A6-FCF1-3BCCF2425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3087C-BC50-A700-B125-01778BA47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C8661-9F3F-0322-686E-667EB14D8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55405-FD9D-A7A4-ABCC-C8072CE21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7167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96CE9-B16F-6A0C-0F85-2ED25DA97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974CA-1C7F-7D69-858A-A9C9666344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3ADD2-DBFF-988E-83D1-DC2BDA24F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97D7B-288A-C2C1-6BE7-E568261DC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F90B9-E2A3-5743-0279-A7C3E1BB4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3486A-63D2-D04B-32DD-6F8181F2E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6624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347E5-4816-CA37-105E-57E4BA451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67AD7-8106-77FA-7E19-4B1C19F5D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8A4C72-7EC7-34FD-948F-F861247D0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72998F-4AB5-C3D7-4ABC-568B04D0E3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9AD429-128C-D521-58F9-3BC7CF78AA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8ED3A7-FA22-2399-0E3D-B88D2CF56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ED7137-B355-CF90-04BC-F7B7A04AC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2EBAD-477F-B418-A0F9-D20678E04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38692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20084-C0F6-6C09-91A5-FC262A281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2E79F6-C42F-9593-4139-7F7C07BF8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7B046-C4A7-F9DC-3B5C-4DC4C79FE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5D6DF-F671-E4CB-416A-D38FEED98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1125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4B25BE-0604-BFA4-CEAD-46355C502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7F3B9-2E30-7192-C747-0E21E2AB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62F61-320A-2C88-3992-EB873C33B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2989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1547-5F83-9F97-A8E3-E09605851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203C3-FA96-3C1B-4355-97B085F30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64EBA2-DE88-B607-69D2-C69BD353D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1D6C7-B2C0-40FA-DA9F-8FF4C44C8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7415F-DCAD-0959-6C3F-29695C40D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4104E-6386-3BF7-BC34-AC48BCE47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7870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669B-7203-40DA-B828-AF84FDE5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A33A31-CE78-28FA-5661-C41AEF0B0A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1F1EB-BA43-819B-7BE6-8E4A6B04E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1A4A3-D7E3-ED3C-026A-366D9E7B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B36BF-1DFA-8D6D-1CB1-2DD6EE4C2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DE431-3506-7D4E-B353-C55A6F1FC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60632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953AE-9E36-4112-3E3C-F8430902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CCDA2-C5B4-BCCD-2A52-BCECC9635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9408E-83D2-5231-B11B-D38CD9877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0BDC9-6B10-E9A4-4E56-005B3EFCB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E438C-95D6-03AB-AF3D-1C33F3DDE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93359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2A65F0-0DE9-0793-D496-85A197678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DCB391-2912-EB93-D927-7850E419D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0D0F1-7A8A-1294-9C0B-ABC0644CC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218DF-9CC4-80F9-844B-6824F954A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AE784-9ABF-0013-4E56-304DDB3CD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7320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91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180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8192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33772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26355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2851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1051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5741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8932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97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3337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7E747D-21A0-9469-9DAB-4B3B48551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3E125-2937-5A84-1266-8013DA33C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29014-E21A-A708-4CC2-3F5D116995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1C77D-1420-9D67-54FC-77EA907D5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37A67-9D22-EF86-4D51-7701F99FB9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241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7" r:id="rId2"/>
    <p:sldLayoutId id="2147483958" r:id="rId3"/>
    <p:sldLayoutId id="2147483959" r:id="rId4"/>
    <p:sldLayoutId id="2147483960" r:id="rId5"/>
    <p:sldLayoutId id="2147483961" r:id="rId6"/>
    <p:sldLayoutId id="2147483962" r:id="rId7"/>
    <p:sldLayoutId id="2147483963" r:id="rId8"/>
    <p:sldLayoutId id="2147483964" r:id="rId9"/>
    <p:sldLayoutId id="2147483965" r:id="rId10"/>
    <p:sldLayoutId id="2147483966" r:id="rId11"/>
    <p:sldLayoutId id="2147483967" r:id="rId12"/>
    <p:sldLayoutId id="2147483968" r:id="rId13"/>
    <p:sldLayoutId id="2147483969" r:id="rId14"/>
    <p:sldLayoutId id="2147483970" r:id="rId15"/>
    <p:sldLayoutId id="2147483971" r:id="rId16"/>
    <p:sldLayoutId id="2147483972" r:id="rId17"/>
    <p:sldLayoutId id="2147483973" r:id="rId18"/>
    <p:sldLayoutId id="2147483974" r:id="rId19"/>
    <p:sldLayoutId id="2147483975" r:id="rId20"/>
    <p:sldLayoutId id="2147483976" r:id="rId21"/>
    <p:sldLayoutId id="2147483977" r:id="rId22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9333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9FE6C-D802-F07A-6C26-9D49925672CB}"/>
              </a:ext>
            </a:extLst>
          </p:cNvPr>
          <p:cNvSpPr txBox="1"/>
          <p:nvPr/>
        </p:nvSpPr>
        <p:spPr>
          <a:xfrm>
            <a:off x="96253" y="216570"/>
            <a:ext cx="5678905" cy="98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50"/>
              </a:lnSpc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Branch: Computer Science Engineering</a:t>
            </a:r>
          </a:p>
          <a:p>
            <a:pPr>
              <a:lnSpc>
                <a:spcPts val="2250"/>
              </a:lnSpc>
            </a:pP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>
              <a:lnSpc>
                <a:spcPts val="2250"/>
              </a:lnSpc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Subject-: OPERATING SYSTEMS ·</a:t>
            </a:r>
          </a:p>
          <a:p>
            <a:pPr>
              <a:lnSpc>
                <a:spcPts val="2250"/>
              </a:lnSpc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</a:p>
          <a:p>
            <a:pPr>
              <a:lnSpc>
                <a:spcPts val="2250"/>
              </a:lnSpc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MODULE 2: 22CS207</a:t>
            </a:r>
          </a:p>
          <a:p>
            <a:pPr>
              <a:lnSpc>
                <a:spcPts val="2250"/>
              </a:lnSpc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Manrope" pitchFamily="34" charset="0"/>
            </a:endParaRPr>
          </a:p>
          <a:p>
            <a:pPr>
              <a:lnSpc>
                <a:spcPts val="2250"/>
              </a:lnSpc>
            </a:pPr>
            <a:endParaRPr lang="en-US" sz="2400" dirty="0">
              <a:latin typeface="Manrope" pitchFamily="34" charset="0"/>
            </a:endParaRPr>
          </a:p>
          <a:p>
            <a:pPr>
              <a:lnSpc>
                <a:spcPts val="2250"/>
              </a:lnSpc>
            </a:pPr>
            <a:endParaRPr lang="en-US" sz="2400" dirty="0">
              <a:latin typeface="Manrope" pitchFamily="34" charset="0"/>
            </a:endParaRPr>
          </a:p>
          <a:p>
            <a:pPr>
              <a:lnSpc>
                <a:spcPts val="2250"/>
              </a:lnSpc>
            </a:pPr>
            <a:endParaRPr lang="en-US" sz="2400" dirty="0">
              <a:latin typeface="Manrope" pitchFamily="34" charset="0"/>
            </a:endParaRPr>
          </a:p>
          <a:p>
            <a:pPr>
              <a:lnSpc>
                <a:spcPts val="2250"/>
              </a:lnSpc>
            </a:pPr>
            <a:endParaRPr lang="en-US" dirty="0">
              <a:latin typeface="Manrope" pitchFamily="34" charset="0"/>
            </a:endParaRPr>
          </a:p>
          <a:p>
            <a:pPr>
              <a:lnSpc>
                <a:spcPts val="2250"/>
              </a:lnSpc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- 17</a:t>
            </a:r>
          </a:p>
          <a:p>
            <a:pPr>
              <a:lnSpc>
                <a:spcPts val="2250"/>
              </a:lnSpc>
            </a:pPr>
            <a:endParaRPr lang="en-IN" dirty="0"/>
          </a:p>
          <a:p>
            <a:pPr>
              <a:lnSpc>
                <a:spcPts val="2250"/>
              </a:lnSpc>
            </a:pPr>
            <a:endParaRPr lang="en-IN" dirty="0"/>
          </a:p>
          <a:p>
            <a:pPr>
              <a:lnSpc>
                <a:spcPts val="2250"/>
              </a:lnSpc>
            </a:pPr>
            <a:endParaRPr lang="en-IN" dirty="0"/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T. Anil Kumar    :	241FA04090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Ch. Uhanjali      :	241FA04493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T.Kedhar              :241FA04E14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Rakesh Kumar :	241FA04F90</a:t>
            </a:r>
          </a:p>
          <a:p>
            <a:pPr>
              <a:lnSpc>
                <a:spcPts val="2250"/>
              </a:lnSpc>
            </a:pP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ts val="2250"/>
              </a:lnSpc>
            </a:pP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ts val="2250"/>
              </a:lnSpc>
            </a:pP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ts val="2250"/>
              </a:lnSpc>
            </a:pP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ts val="2250"/>
              </a:lnSpc>
            </a:pPr>
            <a:endParaRPr lang="en-IN" dirty="0"/>
          </a:p>
          <a:p>
            <a:pPr>
              <a:lnSpc>
                <a:spcPts val="2250"/>
              </a:lnSpc>
            </a:pPr>
            <a:endParaRPr lang="en-IN" dirty="0"/>
          </a:p>
          <a:p>
            <a:pPr>
              <a:lnSpc>
                <a:spcPts val="2250"/>
              </a:lnSpc>
            </a:pPr>
            <a:endParaRPr lang="en-IN" dirty="0"/>
          </a:p>
          <a:p>
            <a:pPr>
              <a:lnSpc>
                <a:spcPts val="2250"/>
              </a:lnSpc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DD84F9-4304-7016-3E64-EBE9A87C8B57}"/>
              </a:ext>
            </a:extLst>
          </p:cNvPr>
          <p:cNvSpPr txBox="1"/>
          <p:nvPr/>
        </p:nvSpPr>
        <p:spPr>
          <a:xfrm>
            <a:off x="8349917" y="3260559"/>
            <a:ext cx="457360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b="1" dirty="0"/>
              <a:t>Submitted   To :</a:t>
            </a:r>
          </a:p>
          <a:p>
            <a:r>
              <a:rPr lang="en-US" sz="2800" b="1" dirty="0"/>
              <a:t> Dr O. Bhaskar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2CC095-9413-86DD-6AEB-A746190C6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1404" y="26527"/>
            <a:ext cx="3962743" cy="13656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0563"/>
            <a:ext cx="602158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</a:rPr>
              <a:t>Content: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3790" y="33778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388596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is paging and why does it matter?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216962" y="33778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Aim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216962" y="388596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Objectives of this presentation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40133" y="33778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Problem Statement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9640133" y="388596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 reference time calculations with and without TLB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00860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63647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93790" y="553795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Program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93790" y="6046113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 snippet simulating the paging system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500860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63647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28548" y="553795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Conclusion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7428548" y="6046113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takeaways and summary</a:t>
            </a:r>
            <a:endParaRPr lang="en-US" sz="17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69E4D62-D79B-8F28-8E50-156760EB5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2520" y="90228"/>
            <a:ext cx="3962743" cy="13656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61310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Paging &amp; Page Tables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394573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memory management through paging, TLB optimisation, and practical implementation — a core concept in Operating Systems.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934307"/>
            <a:ext cx="2050733" cy="426244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929878" y="5002292"/>
            <a:ext cx="177855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OPERATING SYSTEMS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957870" y="4926687"/>
            <a:ext cx="2324338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101578" y="5002292"/>
            <a:ext cx="20369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4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94460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Paging?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247888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Paging is a memory management scheme that eliminates the need for contiguous physical memory allocation. Logical memory is divided into fixed-size blocks called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physical memory is divided into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frames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the same size.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4185642"/>
            <a:ext cx="7556421" cy="2649379"/>
          </a:xfrm>
          <a:prstGeom prst="roundRect">
            <a:avLst>
              <a:gd name="adj" fmla="val 128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280190" y="4185642"/>
            <a:ext cx="3778210" cy="1324689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507004" y="441245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Logical Address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507004" y="4920615"/>
            <a:ext cx="33245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Number + Offset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058400" y="4185642"/>
            <a:ext cx="3778210" cy="1324689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0058400" y="4185642"/>
            <a:ext cx="30480" cy="1324689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0285214" y="441245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Page Table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0285214" y="4920615"/>
            <a:ext cx="33245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Maps pages to frames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5510332"/>
            <a:ext cx="7556421" cy="1324689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280190" y="5510332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507004" y="573714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Physical Address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6507004" y="6245304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Frame Number + Offset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F353970-1389-0F75-8FE8-D2F592BF9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657" y="-39206"/>
            <a:ext cx="3962743" cy="13656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3553"/>
            <a:ext cx="609421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Purpose of Page Tables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43125"/>
            <a:ext cx="6244709" cy="35386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3368040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table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the core data structure that enables paging. It is maintained by the OS for each process and serves the following purposes: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6199108"/>
            <a:ext cx="340162" cy="3401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619208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Address Translation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1596748" y="6498906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Maps virtual page numbers to physical frame numbers.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0903" y="6199108"/>
            <a:ext cx="340162" cy="3401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73008" y="619208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Protection</a:t>
            </a:r>
            <a:endParaRPr lang="en-US" sz="2300" dirty="0"/>
          </a:p>
        </p:txBody>
      </p:sp>
      <p:sp>
        <p:nvSpPr>
          <p:cNvPr id="10" name="Text 5"/>
          <p:cNvSpPr/>
          <p:nvPr/>
        </p:nvSpPr>
        <p:spPr>
          <a:xfrm>
            <a:off x="5973008" y="6498906"/>
            <a:ext cx="3421499" cy="927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Stores read/write/execute permission bits for each page.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63006" y="6199108"/>
            <a:ext cx="340162" cy="3401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415111" y="619208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Presence Tracking</a:t>
            </a:r>
            <a:endParaRPr lang="en-US" sz="2300" dirty="0"/>
          </a:p>
        </p:txBody>
      </p:sp>
      <p:sp>
        <p:nvSpPr>
          <p:cNvPr id="13" name="Text 7"/>
          <p:cNvSpPr/>
          <p:nvPr/>
        </p:nvSpPr>
        <p:spPr>
          <a:xfrm>
            <a:off x="10415111" y="6539270"/>
            <a:ext cx="3421499" cy="886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Indicates whether a page is currently in RAM or on disk.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F789CF-8EDA-F7D3-5B2A-D2BF058313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1875" y="-39740"/>
            <a:ext cx="3962743" cy="13656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35148"/>
            <a:ext cx="661868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Aim: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673197"/>
            <a:ext cx="4196358" cy="2421136"/>
          </a:xfrm>
          <a:prstGeom prst="roundRect">
            <a:avLst>
              <a:gd name="adj" fmla="val 60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93790" y="3642717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551688" y="333303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55761" y="350317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424017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Understand Paging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51084" y="4748332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Explain the purpose and mechanism of page tables in memory management.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673197"/>
            <a:ext cx="4196358" cy="2421136"/>
          </a:xfrm>
          <a:prstGeom prst="roundRect">
            <a:avLst>
              <a:gd name="adj" fmla="val 60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216962" y="3642717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974860" y="333303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178933" y="350317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4240173"/>
            <a:ext cx="305514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Calculate Access Times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74256" y="4748332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 effective memory reference time with and without TLB.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3673197"/>
            <a:ext cx="4196358" cy="2421136"/>
          </a:xfrm>
          <a:prstGeom prst="roundRect">
            <a:avLst>
              <a:gd name="adj" fmla="val 60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640133" y="3642717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1398032" y="333303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1602105" y="350317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424017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Implement in Code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9897427" y="4748332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a code snippet that simulates a basic paging system with TLB.</a:t>
            </a:r>
            <a:endParaRPr lang="en-US" sz="17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2AC673C-C93E-6F92-113E-C4B6A306B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657" y="67120"/>
            <a:ext cx="3962743" cy="13656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0660" y="966788"/>
            <a:ext cx="7588925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Problem Statement — Part B(i)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6230660" y="1963460"/>
            <a:ext cx="765548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Given: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paging system with the page table stored in memory. A single memory reference takes</a:t>
            </a:r>
            <a:r>
              <a:rPr lang="en-US" sz="1650" dirty="0">
                <a:solidFill>
                  <a:srgbClr val="383838"/>
                </a:solidFill>
                <a:highlight>
                  <a:srgbClr val="FFFF00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r>
              <a:rPr lang="en-US" sz="1650" dirty="0">
                <a:solidFill>
                  <a:srgbClr val="E04F00"/>
                </a:solidFill>
                <a:highlight>
                  <a:srgbClr val="FFFF00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6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200 nanoseconds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6230660" y="2846784"/>
            <a:ext cx="7655481" cy="867608"/>
          </a:xfrm>
          <a:prstGeom prst="roundRect">
            <a:avLst>
              <a:gd name="adj" fmla="val 3677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6921698" y="3099197"/>
            <a:ext cx="6751796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Question:</a:t>
            </a:r>
            <a:r>
              <a:rPr lang="en-US" sz="1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How long does a paged memory reference take? 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6230660" y="3938588"/>
            <a:ext cx="3728085" cy="1901666"/>
          </a:xfrm>
          <a:prstGeom prst="roundRect">
            <a:avLst>
              <a:gd name="adj" fmla="val 167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6443305" y="4151233"/>
            <a:ext cx="3302794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1 — Page Table Lookup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6443305" y="4968478"/>
            <a:ext cx="330279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 page table in memory → </a:t>
            </a: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200 ns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10158055" y="3938588"/>
            <a:ext cx="3728085" cy="1901666"/>
          </a:xfrm>
          <a:prstGeom prst="roundRect">
            <a:avLst>
              <a:gd name="adj" fmla="val 167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10370701" y="4151233"/>
            <a:ext cx="3302794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2 — Access Actual Data</a:t>
            </a:r>
            <a:endParaRPr lang="en-US" sz="2150" dirty="0"/>
          </a:p>
        </p:txBody>
      </p:sp>
      <p:sp>
        <p:nvSpPr>
          <p:cNvPr id="13" name="Text 9"/>
          <p:cNvSpPr/>
          <p:nvPr/>
        </p:nvSpPr>
        <p:spPr>
          <a:xfrm>
            <a:off x="10370701" y="4968478"/>
            <a:ext cx="330279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 the physical memory location → </a:t>
            </a: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200 ns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6230660" y="6039564"/>
            <a:ext cx="7655481" cy="1223248"/>
          </a:xfrm>
          <a:prstGeom prst="roundRect">
            <a:avLst>
              <a:gd name="adj" fmla="val 260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6443305" y="6252210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Total Effective Time</a:t>
            </a:r>
            <a:endParaRPr lang="en-US" sz="2150" dirty="0"/>
          </a:p>
        </p:txBody>
      </p:sp>
      <p:sp>
        <p:nvSpPr>
          <p:cNvPr id="16" name="Text 12"/>
          <p:cNvSpPr/>
          <p:nvPr/>
        </p:nvSpPr>
        <p:spPr>
          <a:xfrm>
            <a:off x="6443305" y="6720602"/>
            <a:ext cx="7230189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200 + 200 = </a:t>
            </a: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400 nanoseconds</a:t>
            </a:r>
            <a:endParaRPr lang="en-US" sz="16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47EFB38-85E9-FE1A-6779-84AF81B41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9371" y="-15036"/>
            <a:ext cx="3114474" cy="10732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1946"/>
            <a:ext cx="1167705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Problem Statement — Part B(ii): TLB Impact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93790" y="257044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TLB (Translation Lookaside Buffer)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a hardware cache that stores recent page-table entries. With TLB: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500318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75%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references found in TLB → TLB access =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 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25%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references miss TLB → requires memory access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 reference time =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200 ns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5002768"/>
            <a:ext cx="6244709" cy="1689616"/>
          </a:xfrm>
          <a:prstGeom prst="roundRect">
            <a:avLst>
              <a:gd name="adj" fmla="val 2014"/>
            </a:avLst>
          </a:prstGeom>
          <a:solidFill>
            <a:srgbClr val="FFCDB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530906" y="5286256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Effective Access Time (EAT):</a:t>
            </a: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EAT = (0.75 × 200) + (0.25 × 400)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EAT = 150 + 100 = </a:t>
            </a:r>
            <a:r>
              <a:rPr lang="en-US" sz="17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250 nanoseconds</a:t>
            </a: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2621518"/>
            <a:ext cx="6244709" cy="36934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8DA71F-C844-CE89-F0C1-7ECD7B095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2958" y="0"/>
            <a:ext cx="3597442" cy="13656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2360"/>
            <a:ext cx="722888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TLB Performance Summary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093595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400ns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495074" y="312539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Without TLB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3633549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memory accesses required per reference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56884" y="2093595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250ns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158168" y="312539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With TLB (75% hit)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456884" y="3633549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Effective access time with TLB optimisation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563428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37.5%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2495074" y="559522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Time Reduction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93790" y="6103382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Improvement achieved by adding TLB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456884" y="4563428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75%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9158168" y="559522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TLB Hit Rate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456884" y="6103382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Percentage of references resolved instantly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72143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Adding a TLB reduces effective memory access time by over </a:t>
            </a:r>
            <a:r>
              <a:rPr lang="en-US" sz="17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37%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demonstrating why TLBs are essential in modern processors.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7C53DBA-E6B2-0743-1C7A-0638E3BFB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657" y="-22882"/>
            <a:ext cx="3962743" cy="13656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647224"/>
            <a:ext cx="10553938" cy="66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Program — Paging System with TLB (C Code)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06993" y="1782247"/>
            <a:ext cx="7047190" cy="5597604"/>
          </a:xfrm>
          <a:prstGeom prst="roundRect">
            <a:avLst>
              <a:gd name="adj" fmla="val 54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96992" y="1782247"/>
            <a:ext cx="7067193" cy="5597604"/>
          </a:xfrm>
          <a:prstGeom prst="roundRect">
            <a:avLst>
              <a:gd name="adj" fmla="val 54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4084" y="1782247"/>
            <a:ext cx="6717688" cy="5597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550" dirty="0"/>
              <a:t>#</a:t>
            </a:r>
            <a:r>
              <a:rPr lang="en-US" dirty="0"/>
              <a:t>include &lt;stdio.h&gt;</a:t>
            </a:r>
          </a:p>
          <a:p>
            <a:pPr>
              <a:lnSpc>
                <a:spcPts val="2400"/>
              </a:lnSpc>
            </a:pPr>
            <a:endParaRPr lang="en-US" dirty="0"/>
          </a:p>
          <a:p>
            <a:pPr>
              <a:lnSpc>
                <a:spcPts val="2400"/>
              </a:lnSpc>
            </a:pPr>
            <a:r>
              <a:rPr lang="en-US" dirty="0"/>
              <a:t>int main() {</a:t>
            </a:r>
          </a:p>
          <a:p>
            <a:pPr>
              <a:lnSpc>
                <a:spcPts val="2400"/>
              </a:lnSpc>
            </a:pPr>
            <a:r>
              <a:rPr lang="en-US" dirty="0"/>
              <a:t>    float hit_ratio = 0.75;</a:t>
            </a:r>
          </a:p>
          <a:p>
            <a:pPr>
              <a:lnSpc>
                <a:spcPts val="2400"/>
              </a:lnSpc>
            </a:pPr>
            <a:r>
              <a:rPr lang="en-US" dirty="0"/>
              <a:t>    int memory_time = 200;</a:t>
            </a:r>
          </a:p>
          <a:p>
            <a:pPr>
              <a:lnSpc>
                <a:spcPts val="2400"/>
              </a:lnSpc>
            </a:pPr>
            <a:endParaRPr lang="en-US" dirty="0"/>
          </a:p>
          <a:p>
            <a:pPr>
              <a:lnSpc>
                <a:spcPts val="2400"/>
              </a:lnSpc>
            </a:pPr>
            <a:r>
              <a:rPr lang="en-US" dirty="0"/>
              <a:t>    int hit_time = memory_time;</a:t>
            </a:r>
          </a:p>
          <a:p>
            <a:pPr>
              <a:lnSpc>
                <a:spcPts val="2400"/>
              </a:lnSpc>
            </a:pPr>
            <a:r>
              <a:rPr lang="en-US" dirty="0"/>
              <a:t>    int miss_time = 2 * memory_time;</a:t>
            </a:r>
          </a:p>
          <a:p>
            <a:pPr>
              <a:lnSpc>
                <a:spcPts val="2400"/>
              </a:lnSpc>
            </a:pPr>
            <a:endParaRPr lang="en-US" dirty="0"/>
          </a:p>
          <a:p>
            <a:pPr>
              <a:lnSpc>
                <a:spcPts val="2400"/>
              </a:lnSpc>
            </a:pPr>
            <a:r>
              <a:rPr lang="en-US" dirty="0"/>
              <a:t>    float emat = (hit_ratio * hit_time) + ((1 - hit_ratio) * miss_time);</a:t>
            </a:r>
          </a:p>
          <a:p>
            <a:pPr>
              <a:lnSpc>
                <a:spcPts val="2400"/>
              </a:lnSpc>
            </a:pPr>
            <a:endParaRPr lang="en-US" dirty="0"/>
          </a:p>
          <a:p>
            <a:pPr>
              <a:lnSpc>
                <a:spcPts val="2400"/>
              </a:lnSpc>
            </a:pPr>
            <a:r>
              <a:rPr lang="en-US" dirty="0"/>
              <a:t>    printf("Effective Memory Access Time = %.2f ns\n", emat);</a:t>
            </a:r>
          </a:p>
          <a:p>
            <a:pPr>
              <a:lnSpc>
                <a:spcPts val="2400"/>
              </a:lnSpc>
            </a:pPr>
            <a:endParaRPr lang="en-US" dirty="0"/>
          </a:p>
          <a:p>
            <a:pPr>
              <a:lnSpc>
                <a:spcPts val="2400"/>
              </a:lnSpc>
            </a:pPr>
            <a:r>
              <a:rPr lang="en-US" dirty="0"/>
              <a:t>    return 0;</a:t>
            </a:r>
          </a:p>
          <a:p>
            <a:pPr>
              <a:lnSpc>
                <a:spcPts val="2400"/>
              </a:lnSpc>
            </a:pPr>
            <a:r>
              <a:rPr lang="en-US" dirty="0"/>
              <a:t>}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54722" y="1759744"/>
            <a:ext cx="265140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Code Explanation</a:t>
            </a:r>
            <a:endParaRPr lang="en-US" sz="2050" dirty="0"/>
          </a:p>
        </p:txBody>
      </p:sp>
      <p:sp>
        <p:nvSpPr>
          <p:cNvPr id="7" name="Shape 5"/>
          <p:cNvSpPr/>
          <p:nvPr/>
        </p:nvSpPr>
        <p:spPr>
          <a:xfrm>
            <a:off x="8231862" y="2270641"/>
            <a:ext cx="45720" cy="1168003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024592" y="6572488"/>
            <a:ext cx="2478048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8502372" y="2804755"/>
            <a:ext cx="2478048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1 memory access (200 ns)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1182350" y="2270641"/>
            <a:ext cx="45720" cy="1168003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452860" y="2293501"/>
            <a:ext cx="2478048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TLB Miss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11452860" y="2804755"/>
            <a:ext cx="2478048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memory accesses (400 ns)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231862" y="3752731"/>
            <a:ext cx="45720" cy="862489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502372" y="3775591"/>
            <a:ext cx="265140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EMAT Formula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8502372" y="4286845"/>
            <a:ext cx="542853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Weighted average of hit and miss</a:t>
            </a:r>
            <a:endParaRPr lang="en-US" sz="15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E1C8501-2C86-2CBB-4DFB-2D6DBD0B5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2860" y="25919"/>
            <a:ext cx="3220395" cy="13656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72243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407" y="695920"/>
            <a:ext cx="5861090" cy="73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50"/>
              </a:lnSpc>
              <a:buNone/>
            </a:pPr>
            <a:r>
              <a:rPr lang="en-US" sz="4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Conclusion:</a:t>
            </a:r>
            <a:endParaRPr lang="en-US" sz="4600" dirty="0"/>
          </a:p>
        </p:txBody>
      </p:sp>
      <p:sp>
        <p:nvSpPr>
          <p:cNvPr id="4" name="Shape 1"/>
          <p:cNvSpPr/>
          <p:nvPr/>
        </p:nvSpPr>
        <p:spPr>
          <a:xfrm>
            <a:off x="798174" y="1740928"/>
            <a:ext cx="3680698" cy="2361843"/>
          </a:xfrm>
          <a:prstGeom prst="roundRect">
            <a:avLst>
              <a:gd name="adj" fmla="val 141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004649" y="1981438"/>
            <a:ext cx="2930485" cy="36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Paging Purpose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004649" y="2479477"/>
            <a:ext cx="323421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tables enable non-contiguous memory allocation and virtual-to-physical address translation.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1895" y="1758196"/>
            <a:ext cx="3680698" cy="2361843"/>
          </a:xfrm>
          <a:prstGeom prst="roundRect">
            <a:avLst>
              <a:gd name="adj" fmla="val 141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905137" y="1981438"/>
            <a:ext cx="2930485" cy="36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Calculations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905137" y="2479477"/>
            <a:ext cx="323421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TLB: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400 ns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With 75% TLB hit: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250 ns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 37.5% improvement.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81407" y="4339828"/>
            <a:ext cx="7581186" cy="1653183"/>
          </a:xfrm>
          <a:prstGeom prst="roundRect">
            <a:avLst>
              <a:gd name="adj" fmla="val 202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004649" y="4563070"/>
            <a:ext cx="2930485" cy="36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TLB Importance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004649" y="5061109"/>
            <a:ext cx="713470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TLBs are critical hardware caches that dramatically reduce effective memory access time.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10283" y="5901572"/>
            <a:ext cx="7581186" cy="1293495"/>
          </a:xfrm>
          <a:prstGeom prst="roundRect">
            <a:avLst>
              <a:gd name="adj" fmla="val 258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1506974" y="6515695"/>
            <a:ext cx="663237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Takeaway:</a:t>
            </a: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Paging with TLB is a foundational optimisation in modern OS design, balancing flexibility with performance.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293A231-7284-52A8-4646-7537CFE84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9438" y="13109"/>
            <a:ext cx="3962743" cy="13656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C408F1-03F0-2BC7-82FC-6743E372E2F1}"/>
              </a:ext>
            </a:extLst>
          </p:cNvPr>
          <p:cNvSpPr txBox="1"/>
          <p:nvPr/>
        </p:nvSpPr>
        <p:spPr>
          <a:xfrm>
            <a:off x="3826043" y="3043989"/>
            <a:ext cx="55946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latin typeface="Algerian" panose="04020705040A02060702" pitchFamily="82" charset="0"/>
              </a:rPr>
              <a:t>Thank You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55C84A-5F41-08A7-B035-2184F6EFE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657" y="0"/>
            <a:ext cx="3962743" cy="136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89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746</Words>
  <Application>Microsoft Office PowerPoint</Application>
  <PresentationFormat>Custom</PresentationFormat>
  <Paragraphs>150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PT Serif</vt:lpstr>
      <vt:lpstr>Aptos</vt:lpstr>
      <vt:lpstr>Manrope</vt:lpstr>
      <vt:lpstr>Times New Roman</vt:lpstr>
      <vt:lpstr>DM Sans</vt:lpstr>
      <vt:lpstr>Algerian</vt:lpstr>
      <vt:lpstr>PT Serif Light</vt:lpstr>
      <vt:lpstr>Aptos Display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Rakesh Kumar</cp:lastModifiedBy>
  <cp:revision>1</cp:revision>
  <dcterms:created xsi:type="dcterms:W3CDTF">2026-04-19T13:12:05Z</dcterms:created>
  <dcterms:modified xsi:type="dcterms:W3CDTF">2026-04-19T13:58:12Z</dcterms:modified>
</cp:coreProperties>
</file>